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13" r:id="rId3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成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13338"/>
    <a:srgbClr val="148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59" autoAdjust="0"/>
    <p:restoredTop sz="95226" autoAdjust="0"/>
  </p:normalViewPr>
  <p:slideViewPr>
    <p:cSldViewPr snapToGrid="0">
      <p:cViewPr varScale="1">
        <p:scale>
          <a:sx n="98" d="100"/>
          <a:sy n="98" d="100"/>
        </p:scale>
        <p:origin x="9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8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91E478D-94BF-439A-8693-6C13D9D6CB12}" type="datetime1">
              <a:rPr lang="ja-JP" altLang="en-US" smtClean="0"/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89C7E07-3C67-C64C-8DA0-0404F6303970}" type="slidenum">
              <a:rPr lang="en-US" altLang="ja-JP" smtClean="0"/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92BFE-8D4F-46FE-B2D5-F721921140CB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A1FD44D-FA56-4B4D-8A7E-2B415AED8DCD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625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51075"/>
            <a:ext cx="11162898" cy="79220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106905"/>
            <a:ext cx="10777887" cy="5141494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816254" y="6512956"/>
            <a:ext cx="1600200" cy="377825"/>
          </a:xfrm>
        </p:spPr>
        <p:txBody>
          <a:bodyPr/>
          <a:lstStyle>
            <a:lvl1pPr>
              <a:defRPr sz="1400"/>
            </a:lvl1pPr>
          </a:lstStyle>
          <a:p>
            <a:fld id="{86D5FC4B-B1B1-43F2-B8A1-D54BE97C912F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597" y="6481153"/>
            <a:ext cx="8871203" cy="377825"/>
          </a:xfrm>
        </p:spPr>
        <p:txBody>
          <a:bodyPr/>
          <a:lstStyle>
            <a:lvl1pPr>
              <a:defRPr sz="1400"/>
            </a:lvl1pPr>
          </a:lstStyle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1529" y="6512956"/>
            <a:ext cx="551167" cy="377825"/>
          </a:xfrm>
        </p:spPr>
        <p:txBody>
          <a:bodyPr/>
          <a:lstStyle>
            <a:lvl1pPr>
              <a:defRPr sz="1400"/>
            </a:lvl1pPr>
          </a:lstStyle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6C1D-4FBB-4C79-924C-51ECCAABA41C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54B-5B67-428B-90C7-4694F8750875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DC34-292E-4F39-95BD-95202846AA81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288AC-A3B7-4210-97C9-7F64A8F4A753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6C8-B662-46D8-9E4A-3A39CF32CB0D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CBDA1-1EA3-48D6-B4D1-7BCFC28C0637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0F81-308F-46B6-A2F9-28B46551D251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2153-5870-40F6-ACB1-D63CBC484FF2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990F-5FC5-4675-9A55-89A4A1CB3933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849D0-2848-43EB-A5C1-C6D0FDFDD4B0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2222-FA9D-4D7C-B38C-47CCAFD9D52E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2429-BD64-4E81-9366-19E740991940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7831-7DA3-44B3-A494-49F78BC79B9A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1226-1781-4087-8829-15E1EE179B62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BA4-9B48-4A44-80D6-C826518107AA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像 1" descr="建物、カーテンを含む画像&#10;&#10;自動生成された説明"/>
          <p:cNvPicPr>
            <a:picLocks noChangeAspect="1"/>
          </p:cNvPicPr>
          <p:nvPr userDrawn="1"/>
        </p:nvPicPr>
        <p:blipFill rotWithShape="1">
          <a:blip r:embed="rId2"/>
          <a:srcRect l="40625" r="1303"/>
          <a:stretch>
            <a:fillRect/>
          </a:stretch>
        </p:blipFill>
        <p:spPr>
          <a:xfrm>
            <a:off x="2" y="0"/>
            <a:ext cx="3034600" cy="6858000"/>
          </a:xfrm>
          <a:prstGeom prst="rect">
            <a:avLst/>
          </a:prstGeom>
        </p:spPr>
      </p:pic>
      <p:sp>
        <p:nvSpPr>
          <p:cNvPr id="5" name="タイトル 2"/>
          <p:cNvSpPr>
            <a:spLocks noGrp="1"/>
          </p:cNvSpPr>
          <p:nvPr>
            <p:ph type="title" hasCustomPrompt="1"/>
          </p:nvPr>
        </p:nvSpPr>
        <p:spPr>
          <a:xfrm>
            <a:off x="4428726" y="2609705"/>
            <a:ext cx="6403879" cy="737142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lnSpc>
                <a:spcPct val="70000"/>
              </a:lnSpc>
              <a:defRPr lang="en-US" sz="5385">
                <a:solidFill>
                  <a:schemeClr val="accent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ja-JP" altLang="en-US" noProof="0"/>
              <a:t>名前</a:t>
            </a:r>
            <a:endParaRPr lang="ja-JP" altLang="en-US" noProof="0"/>
          </a:p>
        </p:txBody>
      </p:sp>
      <p:sp>
        <p:nvSpPr>
          <p:cNvPr id="10" name="テキスト プレースホルダー 1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522" y="816850"/>
            <a:ext cx="4383424" cy="551890"/>
          </a:xfrm>
          <a:prstGeom prst="rect">
            <a:avLst/>
          </a:prstGeom>
          <a:solidFill>
            <a:schemeClr val="accent3"/>
          </a:solidFill>
        </p:spPr>
        <p:txBody>
          <a:bodyPr rtlCol="0" anchor="ctr">
            <a:noAutofit/>
          </a:bodyPr>
          <a:lstStyle>
            <a:lvl1pPr algn="ctr">
              <a:defRPr lang="en-US" sz="212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lvl="0" algn="ctr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</p:txBody>
      </p:sp>
      <p:sp>
        <p:nvSpPr>
          <p:cNvPr id="11" name="テキスト プレースホルダー 18"/>
          <p:cNvSpPr>
            <a:spLocks noGrp="1"/>
          </p:cNvSpPr>
          <p:nvPr>
            <p:ph type="body" sz="quarter" idx="11" hasCustomPrompt="1"/>
          </p:nvPr>
        </p:nvSpPr>
        <p:spPr>
          <a:xfrm>
            <a:off x="4428726" y="1960791"/>
            <a:ext cx="3392441" cy="521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 lang="en-US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lvl="0" defTabSz="807085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</p:txBody>
      </p:sp>
      <p:sp>
        <p:nvSpPr>
          <p:cNvPr id="12" name="テキスト プレースホルダー 18"/>
          <p:cNvSpPr>
            <a:spLocks noGrp="1"/>
          </p:cNvSpPr>
          <p:nvPr>
            <p:ph type="body" sz="quarter" idx="12" hasCustomPrompt="1"/>
          </p:nvPr>
        </p:nvSpPr>
        <p:spPr>
          <a:xfrm>
            <a:off x="4428727" y="3394116"/>
            <a:ext cx="5313598" cy="7371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</p:txBody>
      </p:sp>
      <p:cxnSp>
        <p:nvCxnSpPr>
          <p:cNvPr id="23" name="直線​​コネクタ(S) 22"/>
          <p:cNvCxnSpPr/>
          <p:nvPr userDrawn="1"/>
        </p:nvCxnSpPr>
        <p:spPr>
          <a:xfrm>
            <a:off x="4556524" y="5556589"/>
            <a:ext cx="27647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​​コネクタ(S) 23"/>
          <p:cNvCxnSpPr/>
          <p:nvPr userDrawn="1"/>
        </p:nvCxnSpPr>
        <p:spPr>
          <a:xfrm>
            <a:off x="7773858" y="5556589"/>
            <a:ext cx="27647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図プレースホルダー 8"/>
          <p:cNvSpPr>
            <a:spLocks noGrp="1"/>
          </p:cNvSpPr>
          <p:nvPr>
            <p:ph type="pic" sz="quarter" idx="15" hasCustomPrompt="1"/>
          </p:nvPr>
        </p:nvSpPr>
        <p:spPr>
          <a:xfrm>
            <a:off x="4600867" y="4983921"/>
            <a:ext cx="2717412" cy="57266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/>
          </a:p>
        </p:txBody>
      </p:sp>
      <p:sp>
        <p:nvSpPr>
          <p:cNvPr id="26" name="図プレースホルダー 8"/>
          <p:cNvSpPr>
            <a:spLocks noGrp="1"/>
          </p:cNvSpPr>
          <p:nvPr>
            <p:ph type="pic" sz="quarter" idx="16" hasCustomPrompt="1"/>
          </p:nvPr>
        </p:nvSpPr>
        <p:spPr>
          <a:xfrm>
            <a:off x="7821167" y="4983922"/>
            <a:ext cx="2717412" cy="57266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lang="ja-JP" altLang="en-US" noProof="0"/>
          </a:p>
        </p:txBody>
      </p:sp>
      <p:sp>
        <p:nvSpPr>
          <p:cNvPr id="27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4556522" y="5573019"/>
            <a:ext cx="2757440" cy="252079"/>
          </a:xfrm>
          <a:prstGeom prst="rect">
            <a:avLst/>
          </a:prstGeom>
        </p:spPr>
        <p:txBody>
          <a:bodyPr bIns="0" rtlCol="0" anchor="ctr">
            <a:noAutofit/>
          </a:bodyPr>
          <a:lstStyle>
            <a:lvl1pPr>
              <a:defRPr lang="en-US" sz="1235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</p:txBody>
      </p:sp>
      <p:sp>
        <p:nvSpPr>
          <p:cNvPr id="28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766574" y="5573019"/>
            <a:ext cx="2765601" cy="252049"/>
          </a:xfrm>
          <a:prstGeom prst="rect">
            <a:avLst/>
          </a:prstGeom>
        </p:spPr>
        <p:txBody>
          <a:bodyPr bIns="0" rtlCol="0" anchor="ctr">
            <a:noAutofit/>
          </a:bodyPr>
          <a:lstStyle>
            <a:lvl1pPr>
              <a:defRPr lang="en-US" sz="1235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</p:txBody>
      </p:sp>
      <p:sp>
        <p:nvSpPr>
          <p:cNvPr id="29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4552442" y="5825064"/>
            <a:ext cx="2757440" cy="189830"/>
          </a:xfrm>
          <a:prstGeom prst="rect">
            <a:avLst/>
          </a:prstGeom>
        </p:spPr>
        <p:txBody>
          <a:bodyPr tIns="45720" rtlCol="0">
            <a:noAutofit/>
          </a:bodyPr>
          <a:lstStyle>
            <a:lvl1pPr>
              <a:defRPr lang="en-US" sz="97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</p:txBody>
      </p:sp>
      <p:sp>
        <p:nvSpPr>
          <p:cNvPr id="30" name="テキスト プレースホルダー 18"/>
          <p:cNvSpPr>
            <a:spLocks noGrp="1"/>
          </p:cNvSpPr>
          <p:nvPr>
            <p:ph type="body" sz="quarter" idx="18" hasCustomPrompt="1"/>
          </p:nvPr>
        </p:nvSpPr>
        <p:spPr>
          <a:xfrm>
            <a:off x="7762494" y="5825067"/>
            <a:ext cx="2765601" cy="189807"/>
          </a:xfrm>
          <a:prstGeom prst="rect">
            <a:avLst/>
          </a:prstGeom>
        </p:spPr>
        <p:txBody>
          <a:bodyPr tIns="45720" rtlCol="0">
            <a:noAutofit/>
          </a:bodyPr>
          <a:lstStyle>
            <a:lvl1pPr>
              <a:defRPr lang="en-US" sz="970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Ebrima" panose="02000000000000000000" pitchFamily="2" charset="0"/>
              </a:defRPr>
            </a:lvl1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  <a:endParaRPr lang="ja-JP" altLang="en-US" noProof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トリプル タイムライ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テキスト プレースホルダー 48"/>
          <p:cNvSpPr>
            <a:spLocks noGrp="1"/>
          </p:cNvSpPr>
          <p:nvPr>
            <p:ph type="body" sz="quarter" idx="10" hasCustomPrompt="1"/>
          </p:nvPr>
        </p:nvSpPr>
        <p:spPr>
          <a:xfrm>
            <a:off x="1580060" y="1776098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4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51" name="テキスト プレースホルダー 50"/>
          <p:cNvSpPr>
            <a:spLocks noGrp="1"/>
          </p:cNvSpPr>
          <p:nvPr>
            <p:ph type="body" sz="quarter" idx="11" hasCustomPrompt="1"/>
          </p:nvPr>
        </p:nvSpPr>
        <p:spPr>
          <a:xfrm>
            <a:off x="1580062" y="2111375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12" hasCustomPrompt="1"/>
          </p:nvPr>
        </p:nvSpPr>
        <p:spPr>
          <a:xfrm>
            <a:off x="5674540" y="1776098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4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53" name="テキスト プレースホルダー 50"/>
          <p:cNvSpPr>
            <a:spLocks noGrp="1"/>
          </p:cNvSpPr>
          <p:nvPr>
            <p:ph type="body" sz="quarter" idx="13" hasCustomPrompt="1"/>
          </p:nvPr>
        </p:nvSpPr>
        <p:spPr>
          <a:xfrm>
            <a:off x="5674542" y="2111375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54" name="テキスト プレースホルダー 48"/>
          <p:cNvSpPr>
            <a:spLocks noGrp="1"/>
          </p:cNvSpPr>
          <p:nvPr>
            <p:ph type="body" sz="quarter" idx="14" hasCustomPrompt="1"/>
          </p:nvPr>
        </p:nvSpPr>
        <p:spPr>
          <a:xfrm>
            <a:off x="9697900" y="1776098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4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55" name="テキスト プレースホルダー 50"/>
          <p:cNvSpPr>
            <a:spLocks noGrp="1"/>
          </p:cNvSpPr>
          <p:nvPr>
            <p:ph type="body" sz="quarter" idx="15" hasCustomPrompt="1"/>
          </p:nvPr>
        </p:nvSpPr>
        <p:spPr>
          <a:xfrm>
            <a:off x="9697902" y="2111375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56" name="テキスト プレースホルダー 48"/>
          <p:cNvSpPr>
            <a:spLocks noGrp="1"/>
          </p:cNvSpPr>
          <p:nvPr>
            <p:ph type="body" sz="quarter" idx="16" hasCustomPrompt="1"/>
          </p:nvPr>
        </p:nvSpPr>
        <p:spPr>
          <a:xfrm>
            <a:off x="1580060" y="2914739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5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57" name="テキスト プレースホルダー 50"/>
          <p:cNvSpPr>
            <a:spLocks noGrp="1"/>
          </p:cNvSpPr>
          <p:nvPr>
            <p:ph type="body" sz="quarter" idx="17" hasCustomPrompt="1"/>
          </p:nvPr>
        </p:nvSpPr>
        <p:spPr>
          <a:xfrm>
            <a:off x="1580062" y="3254810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58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5674540" y="2914739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5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59" name="テキスト プレースホルダー 50"/>
          <p:cNvSpPr>
            <a:spLocks noGrp="1"/>
          </p:cNvSpPr>
          <p:nvPr>
            <p:ph type="body" sz="quarter" idx="19" hasCustomPrompt="1"/>
          </p:nvPr>
        </p:nvSpPr>
        <p:spPr>
          <a:xfrm>
            <a:off x="5674542" y="3254810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60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9697900" y="2914739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5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61" name="テキスト プレースホルダー 50"/>
          <p:cNvSpPr>
            <a:spLocks noGrp="1"/>
          </p:cNvSpPr>
          <p:nvPr>
            <p:ph type="body" sz="quarter" idx="21" hasCustomPrompt="1"/>
          </p:nvPr>
        </p:nvSpPr>
        <p:spPr>
          <a:xfrm>
            <a:off x="9697902" y="3254810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62" name="テキスト プレースホルダー 48"/>
          <p:cNvSpPr>
            <a:spLocks noGrp="1"/>
          </p:cNvSpPr>
          <p:nvPr>
            <p:ph type="body" sz="quarter" idx="22" hasCustomPrompt="1"/>
          </p:nvPr>
        </p:nvSpPr>
        <p:spPr>
          <a:xfrm>
            <a:off x="1580060" y="4057987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6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63" name="テキスト プレースホルダー 50"/>
          <p:cNvSpPr>
            <a:spLocks noGrp="1"/>
          </p:cNvSpPr>
          <p:nvPr>
            <p:ph type="body" sz="quarter" idx="23" hasCustomPrompt="1"/>
          </p:nvPr>
        </p:nvSpPr>
        <p:spPr>
          <a:xfrm>
            <a:off x="1580062" y="4392591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64" name="テキスト プレースホルダー 48"/>
          <p:cNvSpPr>
            <a:spLocks noGrp="1"/>
          </p:cNvSpPr>
          <p:nvPr>
            <p:ph type="body" sz="quarter" idx="24" hasCustomPrompt="1"/>
          </p:nvPr>
        </p:nvSpPr>
        <p:spPr>
          <a:xfrm>
            <a:off x="5674540" y="4057987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6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65" name="テキスト プレースホルダー 50"/>
          <p:cNvSpPr>
            <a:spLocks noGrp="1"/>
          </p:cNvSpPr>
          <p:nvPr>
            <p:ph type="body" sz="quarter" idx="25" hasCustomPrompt="1"/>
          </p:nvPr>
        </p:nvSpPr>
        <p:spPr>
          <a:xfrm>
            <a:off x="5674542" y="4392591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66" name="テキスト プレースホルダー 48"/>
          <p:cNvSpPr>
            <a:spLocks noGrp="1"/>
          </p:cNvSpPr>
          <p:nvPr>
            <p:ph type="body" sz="quarter" idx="26" hasCustomPrompt="1"/>
          </p:nvPr>
        </p:nvSpPr>
        <p:spPr>
          <a:xfrm>
            <a:off x="9697900" y="4057987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6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67" name="テキスト プレースホルダー 50"/>
          <p:cNvSpPr>
            <a:spLocks noGrp="1"/>
          </p:cNvSpPr>
          <p:nvPr>
            <p:ph type="body" sz="quarter" idx="27" hasCustomPrompt="1"/>
          </p:nvPr>
        </p:nvSpPr>
        <p:spPr>
          <a:xfrm>
            <a:off x="9697902" y="4392591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68" name="テキスト プレースホルダー 48"/>
          <p:cNvSpPr>
            <a:spLocks noGrp="1"/>
          </p:cNvSpPr>
          <p:nvPr>
            <p:ph type="body" sz="quarter" idx="28" hasCustomPrompt="1"/>
          </p:nvPr>
        </p:nvSpPr>
        <p:spPr>
          <a:xfrm>
            <a:off x="1580060" y="5231920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3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69" name="テキスト プレースホルダー 50"/>
          <p:cNvSpPr>
            <a:spLocks noGrp="1"/>
          </p:cNvSpPr>
          <p:nvPr>
            <p:ph type="body" sz="quarter" idx="29" hasCustomPrompt="1"/>
          </p:nvPr>
        </p:nvSpPr>
        <p:spPr>
          <a:xfrm>
            <a:off x="1580062" y="5566524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70" name="テキスト プレースホルダー 48"/>
          <p:cNvSpPr>
            <a:spLocks noGrp="1"/>
          </p:cNvSpPr>
          <p:nvPr>
            <p:ph type="body" sz="quarter" idx="30" hasCustomPrompt="1"/>
          </p:nvPr>
        </p:nvSpPr>
        <p:spPr>
          <a:xfrm>
            <a:off x="5674540" y="5231920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3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71" name="テキスト プレースホルダー 50"/>
          <p:cNvSpPr>
            <a:spLocks noGrp="1"/>
          </p:cNvSpPr>
          <p:nvPr>
            <p:ph type="body" sz="quarter" idx="31" hasCustomPrompt="1"/>
          </p:nvPr>
        </p:nvSpPr>
        <p:spPr>
          <a:xfrm>
            <a:off x="5674542" y="5566524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72" name="テキスト プレースホルダー 48"/>
          <p:cNvSpPr>
            <a:spLocks noGrp="1"/>
          </p:cNvSpPr>
          <p:nvPr>
            <p:ph type="body" sz="quarter" idx="32" hasCustomPrompt="1"/>
          </p:nvPr>
        </p:nvSpPr>
        <p:spPr>
          <a:xfrm>
            <a:off x="9697900" y="5231920"/>
            <a:ext cx="2159001" cy="302186"/>
          </a:xfrm>
        </p:spPr>
        <p:txBody>
          <a:bodyPr rtlCol="0">
            <a:noAutofit/>
          </a:bodyPr>
          <a:lstStyle>
            <a:lvl1pPr marL="0" indent="0">
              <a:buNone/>
              <a:defRPr sz="1465" b="1">
                <a:solidFill>
                  <a:schemeClr val="accent3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73" name="テキスト プレースホルダー 50"/>
          <p:cNvSpPr>
            <a:spLocks noGrp="1"/>
          </p:cNvSpPr>
          <p:nvPr>
            <p:ph type="body" sz="quarter" idx="33" hasCustomPrompt="1"/>
          </p:nvPr>
        </p:nvSpPr>
        <p:spPr>
          <a:xfrm>
            <a:off x="9697902" y="5566524"/>
            <a:ext cx="217963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89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サンプルのタイムライ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48"/>
          <p:cNvSpPr>
            <a:spLocks noGrp="1"/>
          </p:cNvSpPr>
          <p:nvPr>
            <p:ph type="body" sz="quarter" idx="10" hasCustomPrompt="1"/>
          </p:nvPr>
        </p:nvSpPr>
        <p:spPr>
          <a:xfrm>
            <a:off x="1823914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sz="1625" b="1">
                <a:solidFill>
                  <a:schemeClr val="accent4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19" name="テキスト プレースホルダー 50"/>
          <p:cNvSpPr>
            <a:spLocks noGrp="1"/>
          </p:cNvSpPr>
          <p:nvPr>
            <p:ph type="body" sz="quarter" idx="11" hasCustomPrompt="1"/>
          </p:nvPr>
        </p:nvSpPr>
        <p:spPr>
          <a:xfrm>
            <a:off x="1823917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97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20" name="テキスト プレースホルダー 48"/>
          <p:cNvSpPr>
            <a:spLocks noGrp="1"/>
          </p:cNvSpPr>
          <p:nvPr>
            <p:ph type="body" sz="quarter" idx="12" hasCustomPrompt="1"/>
          </p:nvPr>
        </p:nvSpPr>
        <p:spPr>
          <a:xfrm>
            <a:off x="4134076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sz="1625" b="1">
                <a:solidFill>
                  <a:schemeClr val="accent5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21" name="テキスト プレースホルダー 50"/>
          <p:cNvSpPr>
            <a:spLocks noGrp="1"/>
          </p:cNvSpPr>
          <p:nvPr>
            <p:ph type="body" sz="quarter" idx="13" hasCustomPrompt="1"/>
          </p:nvPr>
        </p:nvSpPr>
        <p:spPr>
          <a:xfrm>
            <a:off x="4134078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97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22" name="テキスト プレースホルダー 48"/>
          <p:cNvSpPr>
            <a:spLocks noGrp="1"/>
          </p:cNvSpPr>
          <p:nvPr>
            <p:ph type="body" sz="quarter" idx="14" hasCustomPrompt="1"/>
          </p:nvPr>
        </p:nvSpPr>
        <p:spPr>
          <a:xfrm>
            <a:off x="6444238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sz="1625" b="1">
                <a:solidFill>
                  <a:schemeClr val="accent6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23" name="テキスト プレースホルダー 50"/>
          <p:cNvSpPr>
            <a:spLocks noGrp="1"/>
          </p:cNvSpPr>
          <p:nvPr>
            <p:ph type="body" sz="quarter" idx="15" hasCustomPrompt="1"/>
          </p:nvPr>
        </p:nvSpPr>
        <p:spPr>
          <a:xfrm>
            <a:off x="6444241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97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24" name="テキスト プレースホルダー 48"/>
          <p:cNvSpPr>
            <a:spLocks noGrp="1"/>
          </p:cNvSpPr>
          <p:nvPr>
            <p:ph type="body" sz="quarter" idx="16" hasCustomPrompt="1"/>
          </p:nvPr>
        </p:nvSpPr>
        <p:spPr>
          <a:xfrm>
            <a:off x="8754400" y="4817717"/>
            <a:ext cx="1796396" cy="302186"/>
          </a:xfrm>
        </p:spPr>
        <p:txBody>
          <a:bodyPr rtlCol="0">
            <a:noAutofit/>
          </a:bodyPr>
          <a:lstStyle>
            <a:lvl1pPr marL="0" indent="0">
              <a:buNone/>
              <a:defRPr sz="1625" b="1">
                <a:solidFill>
                  <a:schemeClr val="accent3"/>
                </a:solidFill>
                <a:latin typeface="+mj-lt"/>
              </a:defRPr>
            </a:lvl1pPr>
            <a:lvl2pPr marL="371475" indent="0">
              <a:buNone/>
              <a:defRPr sz="1465"/>
            </a:lvl2pPr>
            <a:lvl3pPr marL="742950" indent="0">
              <a:buNone/>
              <a:defRPr sz="1465"/>
            </a:lvl3pPr>
            <a:lvl4pPr marL="1114425" indent="0">
              <a:buNone/>
              <a:defRPr sz="1465"/>
            </a:lvl4pPr>
            <a:lvl5pPr marL="1485900" indent="0">
              <a:buNone/>
              <a:defRPr sz="1465"/>
            </a:lvl5pPr>
          </a:lstStyle>
          <a:p>
            <a:pPr lvl="0" rtl="0"/>
            <a:r>
              <a:rPr lang="ja-JP" altLang="en-US" noProof="0"/>
              <a:t>クリックして編集する</a:t>
            </a:r>
            <a:endParaRPr lang="ja-JP" altLang="en-US" noProof="0"/>
          </a:p>
        </p:txBody>
      </p:sp>
      <p:sp>
        <p:nvSpPr>
          <p:cNvPr id="25" name="テキスト プレースホルダー 50"/>
          <p:cNvSpPr>
            <a:spLocks noGrp="1"/>
          </p:cNvSpPr>
          <p:nvPr>
            <p:ph type="body" sz="quarter" idx="17" hasCustomPrompt="1"/>
          </p:nvPr>
        </p:nvSpPr>
        <p:spPr>
          <a:xfrm>
            <a:off x="8754403" y="5210963"/>
            <a:ext cx="1813567" cy="706438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975">
                <a:solidFill>
                  <a:schemeClr val="tx1"/>
                </a:solidFill>
              </a:defRPr>
            </a:lvl1pPr>
            <a:lvl2pPr marL="371475" indent="0">
              <a:buNone/>
              <a:defRPr sz="895"/>
            </a:lvl2pPr>
            <a:lvl3pPr marL="742950" indent="0">
              <a:buNone/>
              <a:defRPr sz="895"/>
            </a:lvl3pPr>
            <a:lvl4pPr marL="1114425" indent="0">
              <a:buNone/>
              <a:defRPr sz="895"/>
            </a:lvl4pPr>
            <a:lvl5pPr marL="1485900" indent="0">
              <a:buNone/>
              <a:defRPr sz="895"/>
            </a:lvl5pPr>
          </a:lstStyle>
          <a:p>
            <a:pPr lvl="0" rtl="0"/>
            <a:r>
              <a:rPr lang="ja-JP" altLang="en-US" noProof="0"/>
              <a:t>クリックしてマスターを編集</a:t>
            </a:r>
            <a:endParaRPr lang="ja-JP" altLang="en-US" noProof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697815-67ED-4D8C-9675-CD673A8C050A}" type="datetime1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kumimoji="1" lang="en-US" altLang="ja-JP"/>
              <a:t>IBMxPanasonic Joint Lightning Talk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A6EC14-688D-4F90-AF81-F6614EAAD2F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isucon.net/archives/59917350.html" TargetMode="Externa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図形 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49" y="3692308"/>
            <a:ext cx="1769381" cy="1633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図形 102"/>
          <p:cNvPicPr>
            <a:picLocks noChangeAspect="1"/>
          </p:cNvPicPr>
          <p:nvPr/>
        </p:nvPicPr>
        <p:blipFill>
          <a:blip r:embed="rId2"/>
          <a:srcRect l="10387" r="11168"/>
          <a:stretch>
            <a:fillRect/>
          </a:stretch>
        </p:blipFill>
        <p:spPr>
          <a:xfrm>
            <a:off x="152749" y="5460589"/>
            <a:ext cx="1769381" cy="126450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テキスト ボックス 4"/>
          <p:cNvSpPr txBox="1"/>
          <p:nvPr/>
        </p:nvSpPr>
        <p:spPr>
          <a:xfrm>
            <a:off x="366727" y="409491"/>
            <a:ext cx="7593888" cy="1432560"/>
          </a:xfrm>
          <a:prstGeom prst="rect">
            <a:avLst/>
          </a:prstGeom>
          <a:noFill/>
        </p:spPr>
        <p:txBody>
          <a:bodyPr wrap="square" lIns="203198" tIns="101599" rIns="203198" bIns="101599" rtlCol="0">
            <a:spAutoFit/>
          </a:bodyPr>
          <a:lstStyle/>
          <a:p>
            <a:pPr algn="ctr"/>
            <a:r>
              <a:rPr lang="ja-JP" altLang="en-US" sz="4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「技術チャレンジ部」</a:t>
            </a:r>
            <a:endParaRPr lang="en-US" altLang="ja-JP" sz="4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lang="ja-JP" altLang="en-US" sz="4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“</a:t>
            </a:r>
            <a:r>
              <a:rPr lang="en-US" altLang="ja-JP" sz="4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ISUCON</a:t>
            </a:r>
            <a:r>
              <a:rPr lang="en-US" altLang="ja-JP" sz="4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2026 Challenge</a:t>
            </a:r>
            <a:r>
              <a:rPr lang="ja-JP" altLang="en-US" sz="4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”</a:t>
            </a:r>
            <a:endParaRPr lang="ja-JP" altLang="en-US" sz="4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8325485" y="144145"/>
            <a:ext cx="3751580" cy="56921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ja-JP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　</a:t>
            </a:r>
            <a:endParaRPr lang="en-US" altLang="ja-JP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r>
              <a:rPr lang="ja-JP" altLang="en-US" b="1" dirty="0">
                <a:solidFill>
                  <a:srgbClr val="000000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　</a:t>
            </a:r>
            <a:endParaRPr lang="en-US" altLang="ja-JP" b="1" dirty="0">
              <a:solidFill>
                <a:srgbClr val="000000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endParaRPr lang="en-US" altLang="ja-JP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endParaRPr lang="en-US" altLang="ja-JP" b="1" dirty="0">
              <a:solidFill>
                <a:srgbClr val="000000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endParaRPr lang="en-US" altLang="ja-JP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r>
              <a:rPr lang="en-US" altLang="ja-JP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説明会：</a:t>
            </a:r>
            <a:r>
              <a:rPr lang="en-US" altLang="ja-JP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7/17(</a:t>
            </a:r>
            <a:r>
              <a:rPr lang="ja-JP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金</a:t>
            </a:r>
            <a:r>
              <a:rPr lang="en-US" altLang="ja-JP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)17:30-18</a:t>
            </a:r>
            <a:r>
              <a:rPr lang="en-US" altLang="ja-JP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:30</a:t>
            </a:r>
            <a:endParaRPr lang="en-US" altLang="ja-JP" sz="16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endParaRPr lang="en-US" altLang="ja-JP" sz="1200" b="1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lang="ja-JP" alt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活動期間：</a:t>
            </a:r>
            <a:endParaRPr lang="en-US" altLang="ja-JP" sz="1600" b="1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●随時参加でオンライン</a:t>
            </a:r>
            <a:r>
              <a:rPr lang="ja-JP" altLang="en-US" sz="14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で活動し</a:t>
            </a:r>
            <a:endParaRPr lang="en-US" altLang="ja-JP" sz="1400" b="1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　　～</a:t>
            </a:r>
            <a:r>
              <a:rPr lang="en-US" altLang="ja-JP" sz="14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10/31(</a:t>
            </a:r>
            <a:r>
              <a:rPr lang="ja-JP" altLang="en-US" sz="14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土</a:t>
            </a:r>
            <a:r>
              <a:rPr lang="en-US" altLang="ja-JP" sz="14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lang="ja-JP" altLang="en-US" sz="14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本戦まで</a:t>
            </a:r>
            <a:endParaRPr lang="ja-JP" altLang="en-US" sz="1400" b="1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endParaRPr lang="en-US" altLang="ja-JP" sz="16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lang="ja-JP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活動内容：毎週１回の素振会</a:t>
            </a:r>
            <a:endParaRPr lang="en-US" altLang="ja-JP" sz="16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github</a:t>
            </a:r>
            <a:r>
              <a:rPr lang="ja-JP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上の過去問題コードを使って</a:t>
            </a:r>
            <a:endParaRPr lang="en-US" altLang="ja-JP" sz="1400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AWS</a:t>
            </a:r>
            <a:r>
              <a:rPr lang="ja-JP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サーバをチューニングします。</a:t>
            </a:r>
            <a:endParaRPr lang="en-US" altLang="ja-JP" sz="14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6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対象者：何らか</a:t>
            </a:r>
            <a:r>
              <a:rPr lang="en-US" altLang="ja-JP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PG</a:t>
            </a:r>
            <a:r>
              <a:rPr lang="ja-JP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出来ること。</a:t>
            </a:r>
            <a:endParaRPr lang="en-US" altLang="ja-JP" sz="1400" b="1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３人チームで分担しますので</a:t>
            </a:r>
            <a:endParaRPr lang="en-US" altLang="ja-JP" sz="1400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見学・演習的な参加も可能です。</a:t>
            </a:r>
            <a:endParaRPr lang="en-US" altLang="ja-JP" sz="1400" dirty="0">
              <a:solidFill>
                <a:srgbClr val="000000"/>
              </a:solidFill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endParaRPr lang="ja-JP" altLang="en-US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本戦</a:t>
            </a:r>
            <a:r>
              <a:rPr lang="en-US" altLang="ja-JP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  <a:r>
              <a:rPr lang="en-US" altLang="ja-JP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10/31(</a:t>
            </a:r>
            <a:r>
              <a:rPr lang="ja-JP" altLang="en-US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土</a:t>
            </a:r>
            <a:r>
              <a:rPr lang="en-US" altLang="ja-JP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10:00-18:00</a:t>
            </a:r>
            <a:endParaRPr lang="en-US" altLang="ja-JP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/>
          <a:srcRect l="7989" t="14502" r="11796" b="15901"/>
          <a:stretch>
            <a:fillRect/>
          </a:stretch>
        </p:blipFill>
        <p:spPr>
          <a:xfrm>
            <a:off x="6650182" y="3148794"/>
            <a:ext cx="1512973" cy="499223"/>
          </a:xfrm>
          <a:prstGeom prst="rect">
            <a:avLst/>
          </a:prstGeom>
        </p:spPr>
      </p:pic>
      <p:sp>
        <p:nvSpPr>
          <p:cNvPr id="12" name="四角形: 角を丸くする 6"/>
          <p:cNvSpPr/>
          <p:nvPr/>
        </p:nvSpPr>
        <p:spPr>
          <a:xfrm>
            <a:off x="1238085" y="2205285"/>
            <a:ext cx="5997981" cy="584004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kumimoji="1" lang="en-US" altLang="ja-JP" sz="2800" b="1" dirty="0">
                <a:solidFill>
                  <a:srgbClr val="1CADE4">
                    <a:lumMod val="7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ISUCON</a:t>
            </a:r>
            <a:r>
              <a:rPr kumimoji="1" lang="ja-JP" altLang="en-US" sz="2800" b="1" dirty="0">
                <a:solidFill>
                  <a:srgbClr val="1CADE4">
                    <a:lumMod val="7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に挑戦！チームメイト求む</a:t>
            </a:r>
            <a:r>
              <a:rPr kumimoji="1" lang="en-US" altLang="ja-JP" sz="2800" b="1" dirty="0">
                <a:solidFill>
                  <a:srgbClr val="1CADE4">
                    <a:lumMod val="75000"/>
                  </a:srgb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!</a:t>
            </a:r>
            <a:endParaRPr kumimoji="1" lang="en-US" altLang="ja-JP" sz="2800" b="1" dirty="0">
              <a:solidFill>
                <a:srgbClr val="1CADE4">
                  <a:lumMod val="75000"/>
                </a:srgbClr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2063750" y="3692525"/>
            <a:ext cx="6104255" cy="3021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さくらインターネット主催のサーバチューニングコンテスト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hlinkClick r:id="rId4" action="ppaction://hlinkfile"/>
              </a:rPr>
              <a:t>ISUCON2026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は、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今年</a:t>
            </a:r>
            <a:r>
              <a:rPr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10月31日(土)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本戦開催予定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です！</a:t>
            </a:r>
            <a:endParaRPr lang="en-US" altLang="ja-JP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以下を大募集します。是非リアクションをお願いします！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●体験・練習参加に興味のあるかた　　　　　　⇒ 　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●</a:t>
            </a:r>
            <a:r>
              <a:rPr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ISUCON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本戦に参加するぞ！という方　　　⇒</a:t>
            </a:r>
            <a:endParaRPr lang="en-US" altLang="ja-JP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●応援したい気持ち　　　　　　　　　　　　　　　⇒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募集方針は、来る人拒まず、脱落上等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です。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～つまりは、入ってみて試してみてから、見学・応援への転換も</a:t>
            </a:r>
            <a:r>
              <a:rPr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OK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です。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あなたの、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興味ある、試してみたい、感じてみたいを歓迎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します。～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5"/>
          <a:srcRect l="11275" r="30203" b="40889"/>
          <a:stretch>
            <a:fillRect/>
          </a:stretch>
        </p:blipFill>
        <p:spPr>
          <a:xfrm>
            <a:off x="8620125" y="301625"/>
            <a:ext cx="3115945" cy="1088390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6497" y="5945689"/>
            <a:ext cx="1019834" cy="744517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650" y="5945688"/>
            <a:ext cx="1019834" cy="744518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9670" y="5945689"/>
            <a:ext cx="1019834" cy="744517"/>
          </a:xfrm>
          <a:prstGeom prst="rect">
            <a:avLst/>
          </a:prstGeom>
        </p:spPr>
      </p:pic>
      <p:pic>
        <p:nvPicPr>
          <p:cNvPr id="2" name="図形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120" y="5335270"/>
            <a:ext cx="238125" cy="248920"/>
          </a:xfrm>
          <a:prstGeom prst="rect">
            <a:avLst/>
          </a:prstGeom>
        </p:spPr>
      </p:pic>
      <p:pic>
        <p:nvPicPr>
          <p:cNvPr id="3" name="図形 2"/>
          <p:cNvPicPr>
            <a:picLocks noChangeAspect="1"/>
          </p:cNvPicPr>
          <p:nvPr/>
        </p:nvPicPr>
        <p:blipFill>
          <a:blip r:embed="rId10"/>
          <a:srcRect t="13194"/>
          <a:stretch>
            <a:fillRect/>
          </a:stretch>
        </p:blipFill>
        <p:spPr>
          <a:xfrm>
            <a:off x="6548120" y="5085080"/>
            <a:ext cx="230505" cy="218440"/>
          </a:xfrm>
          <a:prstGeom prst="rect">
            <a:avLst/>
          </a:prstGeom>
        </p:spPr>
      </p:pic>
      <p:pic>
        <p:nvPicPr>
          <p:cNvPr id="4" name="図形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8120" y="4847590"/>
            <a:ext cx="230505" cy="2057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天空">
  <a:themeElements>
    <a:clrScheme name="天空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天空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{5A39553F-287E-4090-9539-A09FDFEA319B}tf78853419_win32</Template>
  <TotalTime>0</TotalTime>
  <Words>511</Words>
  <Application>WPS Presentation</Application>
  <PresentationFormat>ワイド画面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Arial</vt:lpstr>
      <vt:lpstr>Meiryo UI</vt:lpstr>
      <vt:lpstr>Ebrima</vt:lpstr>
      <vt:lpstr>HG丸ｺﾞｼｯｸM-PRO</vt:lpstr>
      <vt:lpstr>Helvetica</vt:lpstr>
      <vt:lpstr>Microsoft YaHei</vt:lpstr>
      <vt:lpstr>ＭＳ Ｐゴシック</vt:lpstr>
      <vt:lpstr>Arial Unicode MS</vt:lpstr>
      <vt:lpstr>Calibri Light</vt:lpstr>
      <vt:lpstr>Calibri</vt:lpstr>
      <vt:lpstr>天空</vt:lpstr>
      <vt:lpstr>PowerPoint 演示文稿</vt:lpstr>
    </vt:vector>
  </TitlesOfParts>
  <Company>パナソニック株式会社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初級コーダのSnipet活用</dc:title>
  <dc:creator>Takechi Hideaki (武知 秀明)</dc:creator>
  <cp:lastModifiedBy>takechi</cp:lastModifiedBy>
  <cp:revision>150</cp:revision>
  <dcterms:created xsi:type="dcterms:W3CDTF">2023-01-27T03:36:00Z</dcterms:created>
  <dcterms:modified xsi:type="dcterms:W3CDTF">2026-07-08T22:27:45Z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59EB711EB54F4A19B23DAE3108C1D6A1</vt:lpwstr>
  </property>
  <property fmtid="{D5CDD505-2E9C-101B-9397-08002B2CF9AE}" pid="4" name="KSOProductBuildVer">
    <vt:lpwstr>1041-11.2.0.10624</vt:lpwstr>
  </property>
</Properties>
</file>